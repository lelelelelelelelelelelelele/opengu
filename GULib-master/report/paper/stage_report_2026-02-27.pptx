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GNN Unlearning 攻击研究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导师汇报版阶段报告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2026-02-27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371600" cy="54864"/>
          </a:xfrm>
          <a:prstGeom prst="rect">
            <a:avLst/>
          </a:prstGeom>
          <a:solidFill>
            <a:srgbClr val="4A90D9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 一句话结论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34747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当前实验体系已完成从「单点结果」到「端到端、跨维度、可解释评估」的升级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 950 runs 的覆盖下，我们确认了方法族差异；同时通过新引入的 Relative F1 Drop（以 k=5 random 为基线）澄清了 Shard-based 方法看似「变好」 的来源，并把「攻击效果」与「方法自身增益」分离开来。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runs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实验规模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端到端实验流程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批量主实验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results/experiments/*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相对指标评估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eval_relative.py + results/relative/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副作用评估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results/collateral/ (gap, flip)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337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统计汇总与可视化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report/paper/sections/*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状态核查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9728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exp_status_checker.py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572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</a:rPr>
              <a:t>↓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当前覆盖规模（已完成）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runs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总实验量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051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93776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MG-0/1/2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Ratio敏感性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0116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937760" y="2560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P2-EXT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主维度覆盖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方法: GIF, GNNDelete, GraphEraser, IDEA, MEGU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数据集: cora, citeseer | 模型: GCN, GAT, GIN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比例: 0.01, 0.05, 0.10, 0.20 | 策略: random, degree, pagerank, tracin, im_v4, hybrid_v4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Seeds: 42, 212, 722, 1337, 2024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算力限制下的方法决策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233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21031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框架: TracIn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精确 IF 开销爆炸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超大图可能到天/周/月级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采用 TracIn（一阶 pseudo-IF）作为可执行替代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233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914400"/>
            <a:ext cx="73152" cy="2103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框架: IM v4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 时间: 652.97s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时间: 18.90s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加速比: 34.55x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性能提升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34.55x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56032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加速比 (IM V0 → V4)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8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损失仅 1.26%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大图下一步: D-SSA/IMM (RR-set 系)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新指标: Relative F1 Drop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05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指标定义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Baseline: F1̄_after(k=5, random)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Relative F1 Drop = F1̄_after(k=5, random) - F1_after(ratio=0.05, attack)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解决的问题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它把「方法自身带来的性能漂移」从「攻击额外造成的损伤」里剥离出来，特别适用于解释 Shard-based 的反直觉现象。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886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核心价值：区分「方法自带提升」vs 「攻击真实增益」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深度分析：是否变好？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005840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05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实验体系变好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从单配置扩展到跨方法/数据/模型/ratio 完整矩阵，5-seed 完整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914400"/>
            <a:ext cx="26517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005840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005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工程效率变好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选点端到端提速 34.55x，明确大图迁移路线 (D-SSA)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914400"/>
            <a:ext cx="26517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005840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005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6364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解释力变好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指标准确判断「攻击有效」还是「方法本身增益」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Shard-based「gap 提升」解释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绝对指标：GraphEraser 经常出现负 drop（越删越好）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MG-0 cora/gcn/r=0.05: GraphEraser F1 Drop = -5.2% ± 2.7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说明 Shard-based 本身存在「性能抬升效应」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口径下仍可看到攻击产生额外影响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方法族稳定性结论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9144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GNNDelete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0" y="1051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脆弱性最高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长期处于最高 relative/f1_drop 区间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240280"/>
            <a:ext cx="91440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GIF/IDEA/MEGU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0040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整体更稳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2880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攻击效果存在但幅度显著低于 GNNDelete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566160"/>
            <a:ext cx="9144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GraphEraser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需谨慎阐释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绝对「提升」与相对「攻击增益」并存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43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双层结论：绝对指标 + Relative 指标合起来，才能避免误判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可视化图表（可直接引用）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051560"/>
            <a:ext cx="2377440" cy="822960"/>
          </a:xfrm>
          <a:prstGeom prst="rect">
            <a:avLst/>
          </a:prstGeom>
          <a:solidFill>
            <a:srgbClr val="E8F0F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51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FIG-1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19456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泛化与方法族对比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91440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051560"/>
            <a:ext cx="2377440" cy="822960"/>
          </a:xfrm>
          <a:prstGeom prst="rect">
            <a:avLst/>
          </a:prstGeom>
          <a:solidFill>
            <a:srgbClr val="E8F0F8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051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42900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FIG-2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 敏感性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91440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051560"/>
            <a:ext cx="2377440" cy="822960"/>
          </a:xfrm>
          <a:prstGeom prst="rect">
            <a:avLst/>
          </a:prstGeom>
          <a:solidFill>
            <a:srgbClr val="E8F0F8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051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26364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FIG-3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63640" y="219456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全方法脆弱性谱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5603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2697480"/>
            <a:ext cx="2377440" cy="822960"/>
          </a:xfrm>
          <a:prstGeom prst="rect">
            <a:avLst/>
          </a:prstGeom>
          <a:solidFill>
            <a:srgbClr val="E8F0F8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2697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594360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FIG-4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384048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统计显著性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5603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29000" y="2697480"/>
            <a:ext cx="2377440" cy="822960"/>
          </a:xfrm>
          <a:prstGeom prst="rect">
            <a:avLst/>
          </a:prstGeom>
          <a:solidFill>
            <a:srgbClr val="E8F0F8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2697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3429000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FIG-5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84048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vs Gap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面向下一次组会的简要结论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已经把「攻击有效性」从「方法自身偏置」里分离出来（Relative + k=5 baseline）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与 IM 的算力路径已明确：TracIn（当前可执行）+ IM v4（当前高效）+ D-SSA（大图下一步）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61188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关键发现：Shard-based「变好」主要来自方法本身机制；但 Relative 口径下攻击增益并非 0，需明确「双层结论」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待补证据（建议带给导师）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MIA 审计未闭环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 paper_analysis.md 建议先补 GNNDelete + GIF 的最小对照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机制验证缺 ablation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优先补 GNNDelete (DEC/NI) 最小分解实验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外推证据不足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若做下一轮扩展，优先加 1 个更大规模数据集验证趋势是否保真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谢谢！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阶段报告 (2026-02-27)</dc:title>
  <dc:subject>PptxGenJS Presentation</dc:subject>
  <dc:creator>Research Team</dc:creator>
  <cp:lastModifiedBy>Research Team</cp:lastModifiedBy>
  <cp:revision>1</cp:revision>
  <dcterms:created xsi:type="dcterms:W3CDTF">2026-02-27T03:26:17Z</dcterms:created>
  <dcterms:modified xsi:type="dcterms:W3CDTF">2026-02-27T03:26:17Z</dcterms:modified>
</cp:coreProperties>
</file>