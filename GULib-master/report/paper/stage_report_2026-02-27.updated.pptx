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
<Relationships xmlns="http://schemas.openxmlformats.org/package/2006/relationships">
  
  
  <Relationship Id="rId3" Type="http://schemas.openxmlformats.org/officeDocument/2006/relationships/extended-properties" Target="docProps/app.xml"/>
  
  
  <Relationship Id="rId2" Type="http://schemas.openxmlformats.org/package/2006/relationships/metadata/core-properties" Target="docProps/core.xml"/>
  
  
  <Relationship Id="rId1" Type="http://schemas.openxmlformats.org/officeDocument/2006/relationships/officeDocument" Target="ppt/presentation.xml"/>
  
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687" autoAdjust="0"/>
  </p:normalViewPr>
  <p:slideViewPr>
    <p:cSldViewPr snapToGrid="0" snapToObjects="1">
      <p:cViewPr varScale="1">
        <p:scale>
          <a:sx n="154" d="100"/>
          <a:sy n="154" d="100"/>
        </p:scale>
        <p:origin x="117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
  
  <Relationship Id="rId8" Type="http://schemas.openxmlformats.org/officeDocument/2006/relationships/slide" Target="slides/slide7.xml"/>
  
  
  <Relationship Id="rId13" Type="http://schemas.openxmlformats.org/officeDocument/2006/relationships/slide" Target="slides/slide12.xml"/>
  
  
  <Relationship Id="rId18" Type="http://schemas.openxmlformats.org/officeDocument/2006/relationships/tableStyles" Target="tableStyles.xml"/>
  
  
  <Relationship Id="rId3" Type="http://schemas.openxmlformats.org/officeDocument/2006/relationships/slide" Target="slides/slide2.xml"/>
  
  
  <Relationship Id="rId7" Type="http://schemas.openxmlformats.org/officeDocument/2006/relationships/slide" Target="slides/slide6.xml"/>
  
  
  <Relationship Id="rId12" Type="http://schemas.openxmlformats.org/officeDocument/2006/relationships/slide" Target="slides/slide11.xml"/>
  
  
  <Relationship Id="rId17" Type="http://schemas.openxmlformats.org/officeDocument/2006/relationships/theme" Target="theme/theme1.xml"/>
  
  
  <Relationship Id="rId2" Type="http://schemas.openxmlformats.org/officeDocument/2006/relationships/slide" Target="slides/slide1.xml"/>
  
  
  <Relationship Id="rId16" Type="http://schemas.openxmlformats.org/officeDocument/2006/relationships/viewProps" Target="viewProps.xml"/>
  
  
  <Relationship Id="rId1" Type="http://schemas.openxmlformats.org/officeDocument/2006/relationships/slideMaster" Target="slideMasters/slideMaster1.xml"/>
  
  
  <Relationship Id="rId6" Type="http://schemas.openxmlformats.org/officeDocument/2006/relationships/slide" Target="slides/slide5.xml"/>
  
  
  <Relationship Id="rId11" Type="http://schemas.openxmlformats.org/officeDocument/2006/relationships/slide" Target="slides/slide10.xml"/>
  
  
  <Relationship Id="rId5" Type="http://schemas.openxmlformats.org/officeDocument/2006/relationships/slide" Target="slides/slide4.xml"/>
  
  
  <Relationship Id="rId15" Type="http://schemas.openxmlformats.org/officeDocument/2006/relationships/presProps" Target="presProps.xml"/>
  
  
  <Relationship Id="rId10" Type="http://schemas.openxmlformats.org/officeDocument/2006/relationships/slide" Target="slides/slide9.xml"/>
  
  
  <Relationship Id="rId4" Type="http://schemas.openxmlformats.org/officeDocument/2006/relationships/slide" Target="slides/slide3.xml"/>
  
  
  <Relationship Id="rId9" Type="http://schemas.openxmlformats.org/officeDocument/2006/relationships/slide" Target="slides/slide8.xml"/>
  
  
  <Relationship Id="rId14" Type="http://schemas.openxmlformats.org/officeDocument/2006/relationships/notesMaster" Target="notesMasters/notesMaster1.xml"/>
  

  <Relationship Id="rId19" Type="http://schemas.openxmlformats.org/officeDocument/2006/relationships/slide" Target="slides/slide13.xml"/>
</Relationships>

</file>

<file path=ppt/notesMasters/_rels/notesMaster1.xml.rels><?xml version="1.0" encoding="utf-8"?>
<Relationships xmlns="http://schemas.openxmlformats.org/package/2006/relationships">
  
  
  <Relationship Id="rId1" Type="http://schemas.openxmlformats.org/officeDocument/2006/relationships/theme" Target="../theme/theme2.xml"/>
  
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1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
  
  <Relationship Id="rId2" Type="http://schemas.openxmlformats.org/officeDocument/2006/relationships/slide" Target="../slides/slide1.xml"/>
  
  
  <Relationship Id="rId1" Type="http://schemas.openxmlformats.org/officeDocument/2006/relationships/notesMaster" Target="../notesMasters/notesMaster1.xml"/>
  

</Relationships>

</file>

<file path=ppt/notesSlides/_rels/notesSlide2.xml.rels><?xml version="1.0" encoding="utf-8"?>
<Relationships xmlns="http://schemas.openxmlformats.org/package/2006/relationships">
  
  
  <Relationship Id="rId2" Type="http://schemas.openxmlformats.org/officeDocument/2006/relationships/slide" Target="../slides/slide2.xml"/>
  
  
  <Relationship Id="rId1" Type="http://schemas.openxmlformats.org/officeDocument/2006/relationships/notesMaster" Target="../notesMasters/notesMaster1.xml"/>
  

</Relationships>

</file>

<file path=ppt/notesSlides/_rels/notesSlide3.xml.rels><?xml version="1.0" encoding="utf-8"?>
<Relationships xmlns="http://schemas.openxmlformats.org/package/2006/relationships">
  
  
  <Relationship Id="rId2" Type="http://schemas.openxmlformats.org/officeDocument/2006/relationships/slide" Target="../slides/slide3.xml"/>
  
  
  <Relationship Id="rId1" Type="http://schemas.openxmlformats.org/officeDocument/2006/relationships/notesMaster" Target="../notesMasters/notesMaster1.xml"/>
  

</Relationships>

</file>

<file path=ppt/notesSlides/_rels/notesSlide4.xml.rels><?xml version="1.0" encoding="utf-8"?>
<Relationships xmlns="http://schemas.openxmlformats.org/package/2006/relationships">
  
  
  <Relationship Id="rId2" Type="http://schemas.openxmlformats.org/officeDocument/2006/relationships/slide" Target="../slides/slide4.xml"/>
  
  
  <Relationship Id="rId1" Type="http://schemas.openxmlformats.org/officeDocument/2006/relationships/notesMaster" Target="../notesMasters/notesMaster1.xml"/>
  

</Relationships>

</file>

<file path=ppt/notesSlides/_rels/notesSlide5.xml.rels><?xml version="1.0" encoding="utf-8"?>
<Relationships xmlns="http://schemas.openxmlformats.org/package/2006/relationships">
  
  
  <Relationship Id="rId2" Type="http://schemas.openxmlformats.org/officeDocument/2006/relationships/slide" Target="../slides/slide5.xml"/>
  
  
  <Relationship Id="rId1" Type="http://schemas.openxmlformats.org/officeDocument/2006/relationships/notesMaster" Target="../notesMasters/notesMaster1.xml"/>
  

</Relationships>

</file>

<file path=ppt/notesSlides/_rels/notesSlide6.xml.rels><?xml version="1.0" encoding="utf-8"?>
<Relationships xmlns="http://schemas.openxmlformats.org/package/2006/relationships">
  
  
  <Relationship Id="rId2" Type="http://schemas.openxmlformats.org/officeDocument/2006/relationships/slide" Target="../slides/slide6.xml"/>
  
  
  <Relationship Id="rId1" Type="http://schemas.openxmlformats.org/officeDocument/2006/relationships/notesMaster" Target="../notesMasters/notesMaster1.xml"/>
  

</Relationships>

</file>

<file path=ppt/notesSlides/_rels/notesSlide7.xml.rels><?xml version="1.0" encoding="utf-8"?>
<Relationships xmlns="http://schemas.openxmlformats.org/package/2006/relationships">
  
  
  <Relationship Id="rId2" Type="http://schemas.openxmlformats.org/officeDocument/2006/relationships/slide" Target="../slides/slide7.xml"/>
  
  
  <Relationship Id="rId1" Type="http://schemas.openxmlformats.org/officeDocument/2006/relationships/notesMaster" Target="../notesMasters/notesMaster1.xml"/>
  

</Relationships>

</file>

<file path=ppt/notesSlides/_rels/notesSlide8.xml.rels><?xml version="1.0" encoding="utf-8"?>
<Relationships xmlns="http://schemas.openxmlformats.org/package/2006/relationships">
  
  
  <Relationship Id="rId2" Type="http://schemas.openxmlformats.org/officeDocument/2006/relationships/slide" Target="../slides/slide8.xml"/>
  
  
  <Relationship Id="rId1" Type="http://schemas.openxmlformats.org/officeDocument/2006/relationships/notesMaster" Target="../notesMasters/notesMaster1.xml"/>
  

</Relationships>

</file>

<file path=ppt/notesSlides/_rels/notesSlide9.xml.rels><?xml version="1.0" encoding="utf-8"?>
<Relationships xmlns="http://schemas.openxmlformats.org/package/2006/relationships">
  
  
  <Relationship Id="rId2" Type="http://schemas.openxmlformats.org/officeDocument/2006/relationships/slide" Target="../slides/slide9.xml"/>
  
  
  <Relationship Id="rId1" Type="http://schemas.openxmlformats.org/officeDocument/2006/relationships/notesMaster" Target="../notesMasters/notesMaster1.xml"/>
  

</Relationships>

</file>

<file path=ppt/notesSlides/_rels/notesSlide10.xml.rels><?xml version="1.0" encoding="utf-8"?>
<Relationships xmlns="http://schemas.openxmlformats.org/package/2006/relationships">
  
  
  <Relationship Id="rId2" Type="http://schemas.openxmlformats.org/officeDocument/2006/relationships/slide" Target="../slides/slide10.xml"/>
  
  
  <Relationship Id="rId1" Type="http://schemas.openxmlformats.org/officeDocument/2006/relationships/notesMaster" Target="../notesMasters/notesMaster1.xml"/>
  

</Relationships>

</file>

<file path=ppt/notesSlides/_rels/notesSlide11.xml.rels><?xml version="1.0" encoding="utf-8"?>
<Relationships xmlns="http://schemas.openxmlformats.org/package/2006/relationships">
  
  
  <Relationship Id="rId2" Type="http://schemas.openxmlformats.org/officeDocument/2006/relationships/slide" Target="../slides/slide11.xml"/>
  
  
  <Relationship Id="rId1" Type="http://schemas.openxmlformats.org/officeDocument/2006/relationships/notesMaster" Target="../notesMasters/notesMaster1.xml"/>
  

</Relationships>

</file>

<file path=ppt/notesSlides/_rels/notesSlide12.xml.rels><?xml version="1.0" encoding="utf-8"?>
<Relationships xmlns="http://schemas.openxmlformats.org/package/2006/relationships">
  
  
  <Relationship Id="rId2" Type="http://schemas.openxmlformats.org/officeDocument/2006/relationships/slide" Target="../slides/slide12.xml"/>
  
  
  <Relationship Id="rId1" Type="http://schemas.openxmlformats.org/officeDocument/2006/relationships/notesMaster" Target="../notesMasters/notesMaster1.xml"/>
  
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加一张</a:t>
            </a:r>
            <a:r>
              <a:rPr lang="en-US" altLang="zh-CN" dirty="0" err="1"/>
              <a:t>grapheraser</a:t>
            </a:r>
            <a:r>
              <a:rPr lang="zh-CN" altLang="en-US" dirty="0"/>
              <a:t>的伪下降图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
  
  <Relationship Id="rId1" Type="http://schemas.openxmlformats.org/officeDocument/2006/relationships/slideMaster" Target="../slideMasters/slideMaster1.xml"/>
  
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
  
  <Relationship Id="rId2" Type="http://schemas.openxmlformats.org/officeDocument/2006/relationships/theme" Target="../theme/theme1.xml"/>
  
  
  <Relationship Id="rId1" Type="http://schemas.openxmlformats.org/officeDocument/2006/relationships/slideLayout" Target="../slideLayouts/slideLayout1.xml"/>
  
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1.xml"/>
  
  
  <Relationship Id="rId1" Type="http://schemas.openxmlformats.org/officeDocument/2006/relationships/slideLayout" Target="../slideLayouts/slideLayout1.xml"/>
  

</Relationships>

</file>

<file path=ppt/slides/_rels/slide2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2.xml"/>
  
  
  <Relationship Id="rId1" Type="http://schemas.openxmlformats.org/officeDocument/2006/relationships/slideLayout" Target="../slideLayouts/slideLayout1.xml"/>
  

</Relationships>

</file>

<file path=ppt/slides/_rels/slide3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3.xml"/>
  
  
  <Relationship Id="rId1" Type="http://schemas.openxmlformats.org/officeDocument/2006/relationships/slideLayout" Target="../slideLayouts/slideLayout1.xml"/>
  

</Relationships>

</file>

<file path=ppt/slides/_rels/slide4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4.xml"/>
  
  
  <Relationship Id="rId1" Type="http://schemas.openxmlformats.org/officeDocument/2006/relationships/slideLayout" Target="../slideLayouts/slideLayout1.xml"/>
  

</Relationships>

</file>

<file path=ppt/slides/_rels/slide5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5.xml"/>
  
  
  <Relationship Id="rId1" Type="http://schemas.openxmlformats.org/officeDocument/2006/relationships/slideLayout" Target="../slideLayouts/slideLayout1.xml"/>
  

</Relationships>

</file>

<file path=ppt/slides/_rels/slide6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6.xml"/>
  
  
  <Relationship Id="rId1" Type="http://schemas.openxmlformats.org/officeDocument/2006/relationships/slideLayout" Target="../slideLayouts/slideLayout1.xml"/>
  

</Relationships>

</file>

<file path=ppt/slides/_rels/slide7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7.xml"/>
  
  
  <Relationship Id="rId1" Type="http://schemas.openxmlformats.org/officeDocument/2006/relationships/slideLayout" Target="../slideLayouts/slideLayout1.xml"/>
  

</Relationships>

</file>

<file path=ppt/slides/_rels/slide8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8.xml"/>
  
  
  <Relationship Id="rId1" Type="http://schemas.openxmlformats.org/officeDocument/2006/relationships/slideLayout" Target="../slideLayouts/slideLayout1.xml"/>
  

</Relationships>

</file>

<file path=ppt/slides/_rels/slide9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9.xml"/>
  
  
  <Relationship Id="rId1" Type="http://schemas.openxmlformats.org/officeDocument/2006/relationships/slideLayout" Target="../slideLayouts/slideLayout1.xml"/>
  

</Relationships>

</file>

<file path=ppt/slides/_rels/slide10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10.xml"/>
  
  
  <Relationship Id="rId1" Type="http://schemas.openxmlformats.org/officeDocument/2006/relationships/slideLayout" Target="../slideLayouts/slideLayout1.xml"/>
  

</Relationships>

</file>

<file path=ppt/slides/_rels/slide11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11.xml"/>
  
  
  <Relationship Id="rId1" Type="http://schemas.openxmlformats.org/officeDocument/2006/relationships/slideLayout" Target="../slideLayouts/slideLayout1.xml"/>
  

</Relationships>

</file>

<file path=ppt/slides/_rels/slide12.xml.rels><?xml version="1.0" encoding="utf-8"?>
<Relationships xmlns="http://schemas.openxmlformats.org/package/2006/relationships">
  
  
  <Relationship Id="rId2" Type="http://schemas.openxmlformats.org/officeDocument/2006/relationships/notesSlide" Target="../notesSlides/notesSlide12.xml"/>
  
  
  <Relationship Id="rId1" Type="http://schemas.openxmlformats.org/officeDocument/2006/relationships/slideLayout" Target="../slideLayouts/slideLayout1.xml"/>
  

</Relationships>

</file>

<file path=ppt/slides/_rels/slide13.xml.rels><?xml version="1.0" encoding="utf-8"?>
<Relationships xmlns="http://schemas.openxmlformats.org/package/2006/relationships">
<Relationship Id="rId1" Type="http://schemas.openxmlformats.org/officeDocument/2006/relationships/slideLayout" Target="../slideLayouts/slideLayout1.xml"/>
  
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Unlearning 攻击研究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2026-02-27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3716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一句话结论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当前实验体系已完成从「单点结果」到「端到端、跨维度、可解释评估」的升级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950 runs 的覆盖下，我们确认了方法族差异；同时通过新引入的 Relative F1 Drop（以 k=5 random 为基线）澄清了 Shard-based 方法看似「变好」 的来源，并把「攻击效果」与「方法自身增益」分离开来。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runs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实验规模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端到端实验流程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批量主实验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results/experiments/*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相对指标评估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eval_relative.py + results/relative/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副作用评估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results/collateral/ (gap, flip)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统计汇总与可视化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report/paper/sections/*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状态核查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exp_status_checker.py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90D9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当前覆盖规模（已完成）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runs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总实验量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MG-0/1/2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Ratio敏感性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P2-EXT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主维度覆盖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方法: GIF, GNNDelete, GraphEraser, IDEA, MEGU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数据集: cora, citeseer | 模型: GCN, GAT, 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比例: 0.01, 0.05, 0.10, 0.20 | 策略: random, degree, pagerank, tracin, im_v4, hybrid_v4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Seeds: 42, 212, 722, 1337, 2024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算力限制下的方法决策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21031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框架: TracIn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 IF 开销爆炸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超大图可能到天/周/月级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 TracIn（一阶 pseudo-IF）作为可执行替代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73152" cy="2103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框架: IM v4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时间: 652.97s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时间: 18.90s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加速比: 34.55x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性能提升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加速比 (IM V0 → V4)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损失仅 1.26%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大图下一步: D-SSA/IMM (RR-set 系)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新指标: Relative F1 Drop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Baseline: F1̄_after(k=5, random)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F1 Drop = F1̄_after(k=5, random) - F1_after(ratio=0.05, attack)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解决的问题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它把「方法自身带来的性能漂移」从「攻击额外造成的损伤」里剥离出来，特别适用于解释 Shard-based 的反直觉现象。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核心价值：区分「方法自带提升」vs 「攻击真实增益」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深度分析：是否变好？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实验体系变好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从单配置扩展到跨方法/数据/模型/ratio 完整矩阵，5-seed 完整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2900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工程效率变好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选点端到端提速 34.55x，明确大图迁移路线 (D-SSA)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解释力变好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指标准确判断「攻击有效」还是「方法本身增益」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Shard-based「gap 提升」解释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绝对指标：GraphEraser 经常出现负 drop（越删越好）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MG-0 cora/gcn/r=0.05: GraphEraser F1 Drop = -5.2% ± 2.7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 Shard-based 本身存在「性能抬升效应」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口径下仍可看到攻击产生额外影响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方法族稳定性结论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" cy="1188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GNNDelete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脆弱性最高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长期处于最高 relative/f1_drop 区间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GIF/IDEA/MEGU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整体更稳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攻击效果存在但幅度显著低于 GNNDelete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91440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GraphEraser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需谨慎阐释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绝对「提升」与相对「攻击增益」并存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双层结论：绝对指标 + Relative 指标合起来，才能避免误判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可视化图表（可直接引用）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泛化与方法族对比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2900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敏感性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全方法脆弱性谱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943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统计显著性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5603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429000" y="269748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2900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42900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vs Gap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待补证据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 审计未闭环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paper_analysis.md 建议先补 GNNDelete + GIF 的最小对照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机制验证缺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ablation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优先补 GNNDelete (DEC/NI) 最小分解实验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可选扩展：CV-Exp-1（scene graph）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最小包：1 组主表 + 1 组可视化，用于验证 CV 场景可迁移性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面向下一次组会的简要结论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已经把「攻击有效性」从「方法自身偏置」里分离来（Relative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k=5 baseline）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与 IM 的算力路径已明确：TracIn（当前可执行）+ IM v4（当前高效）+ D-SSA（大图下一步）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关键发现：Shard-based「变好」主要来自方法本身机制；但 Relative 口径下攻击增益并非 0，需明确「双层结论」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Checklist Sec2 相关实验（按条）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项目仪表盘（Sec2）已完成相关实验：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MG-0 稳定性：Cora/GCN/5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MG-1 跨数据集：Citeseer/GCN/5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MG-2 跨模型：Cora/GAT/5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MG-3 扩展方法：Citeseer(GCN)+Cora(GAT) / IDEA+MEGU（80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Ratio 敏感性：ratio=0.01/0.05/0.10/0.20（240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P2-EXT：GIF×{cora,citeseer}×{GCN,GAT,GIN}×r=0.10/0.20（360 runs）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Sec2 条目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583</Words>
  <Application>Microsoft Office PowerPoint</Application>
  <PresentationFormat>全屏显示(16:9)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阶段报告 (2026-02-27)</dc:title>
  <dc:subject>PptxGenJS Presentation</dc:subject>
  <dc:creator>Research Team</dc:creator>
  <cp:lastModifiedBy>Liu Chengyu</cp:lastModifiedBy>
  <cp:revision>2</cp:revision>
  <dcterms:created xsi:type="dcterms:W3CDTF">2026-02-27T03:26:17Z</dcterms:created>
  <dcterms:modified xsi:type="dcterms:W3CDTF">2026-02-27T14:00:03Z</dcterms:modified>
</cp:coreProperties>
</file>